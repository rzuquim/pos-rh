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14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9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4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4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0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48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6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1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3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28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112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ápis de cor dentro do suporte de um lápis que está na parte superior de uma mesa de madeira">
            <a:extLst>
              <a:ext uri="{FF2B5EF4-FFF2-40B4-BE49-F238E27FC236}">
                <a16:creationId xmlns:a16="http://schemas.microsoft.com/office/drawing/2014/main" id="{28B0959C-608B-38FB-F68B-4357FC2136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94" r="-1" b="-1"/>
          <a:stretch/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545AE68-8B35-F548-33E6-A65C38540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pt-BR" sz="4000" dirty="0"/>
              <a:t>SEMINÁRIO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E04DB5-7FDF-2363-AC6E-97FE435B2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4945712"/>
            <a:ext cx="3380437" cy="850392"/>
          </a:xfrm>
        </p:spPr>
        <p:txBody>
          <a:bodyPr anchor="b">
            <a:normAutofit/>
          </a:bodyPr>
          <a:lstStyle/>
          <a:p>
            <a:endParaRPr lang="pt-BR" sz="18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978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E43F3-6CD8-8C28-CB1A-B7E2AA67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2C53B5-0A43-5528-8458-8BE6631C2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70" y="1819656"/>
            <a:ext cx="11203734" cy="4288536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EQUIPES: DUPLAS OU TRIOS;</a:t>
            </a:r>
          </a:p>
          <a:p>
            <a:r>
              <a:rPr lang="pt-BR" dirty="0"/>
              <a:t>ESCOLHA DE TEMÁTICAS: A SER INFORMADA </a:t>
            </a:r>
            <a:r>
              <a:rPr lang="pt-BR"/>
              <a:t>ATÉ 02/09;</a:t>
            </a:r>
            <a:endParaRPr lang="pt-BR" dirty="0"/>
          </a:p>
          <a:p>
            <a:r>
              <a:rPr lang="pt-BR" dirty="0"/>
              <a:t>AS TEMATICAS DEVEM ENVOLVER TEMAS RELACIONADOS A PSICOLOGIA ORGANIZACIONAL* (TRANSVERSAIS OU INTERSECCIONAIS A ESTES TEMAS);</a:t>
            </a:r>
          </a:p>
          <a:p>
            <a:r>
              <a:rPr lang="pt-BR" dirty="0"/>
              <a:t>TODOS OS TRABALHOS TERÃO UMA PARTE TEORICA E UM EXEMPLO DE APLICAÇÃO PRÁTICA - CASE (</a:t>
            </a:r>
            <a:r>
              <a:rPr lang="pt-BR" i="1" dirty="0"/>
              <a:t>VERIFICAR ROTEIRO</a:t>
            </a:r>
            <a:r>
              <a:rPr lang="pt-BR" dirty="0"/>
              <a:t>);</a:t>
            </a:r>
          </a:p>
          <a:p>
            <a:r>
              <a:rPr lang="pt-BR" dirty="0"/>
              <a:t> TODOS OS TRABALHOS DEVEM APRESENTAR NO MINIMO 3 REFERÊNCIA BIBLIOGRAFICAS;</a:t>
            </a:r>
          </a:p>
          <a:p>
            <a:r>
              <a:rPr lang="pt-BR" dirty="0"/>
              <a:t>O GRUPO DEVE APRESENTAR CONCLUSÕES, EXPONDO PONTO DE VISTA E SUGESTÕES DIANTE AO TEMA DEBATIDO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600" dirty="0"/>
              <a:t>* TEMAS  QUE FORAM DISCUTIDOS NA SALA OU LEVANTADOS, TEMAS SUGERIDOS POIS TANGENCIAM O DEBATE DA POT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3921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89EB2-27AE-F160-4C55-9304A716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Roteiro apresentação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8B3D6F-EBCF-D192-7BC0-95438648E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85" y="2121408"/>
            <a:ext cx="11062716" cy="3840480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APRESENTAR O TEMA: DESTACAR A RELEVÂNCIA DESTE, JUSTIFICAR O POR QUE DA ESCOLHA;</a:t>
            </a:r>
          </a:p>
          <a:p>
            <a:r>
              <a:rPr lang="pt-BR" dirty="0"/>
              <a:t>INTRODUZIR O TEMA: PERSPECTIVAS HISTORICAS, CONTEXTO ATUAL, PONTOS CHAVES RELEVANTES;</a:t>
            </a:r>
          </a:p>
          <a:p>
            <a:r>
              <a:rPr lang="pt-BR" dirty="0"/>
              <a:t>APRESENTAR O “CASE” – UM CASO REAL, EXISTENTE EM ALGUMA EMPRESA/ORGANIZAÇÃO, COM NUANCES (MAXIMO DE DADOS POSSÍVEIS) PARA DEBATER O TEMA “NA PRÁTICA”;</a:t>
            </a:r>
          </a:p>
          <a:p>
            <a:r>
              <a:rPr lang="pt-BR" dirty="0"/>
              <a:t>FRENTE AO CASE E A TEORIA ABORDADA, APRESENTAR IDEIAS, REFLEXÕES E SUGESTÕES</a:t>
            </a:r>
          </a:p>
          <a:p>
            <a:r>
              <a:rPr lang="pt-BR" dirty="0"/>
              <a:t>APRESENTAR UMA CONCLUSÃO SOBRE A TEMATICA COM O PONTO DE VISTA DA EQUIPE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DESTACAR 3 AUTORES  NO DECORRER DO TRABALHO COMO REFERÊNCIA </a:t>
            </a:r>
          </a:p>
        </p:txBody>
      </p:sp>
    </p:spTree>
    <p:extLst>
      <p:ext uri="{BB962C8B-B14F-4D97-AF65-F5344CB8AC3E}">
        <p14:creationId xmlns:p14="http://schemas.microsoft.com/office/powerpoint/2010/main" val="12113295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202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Calisto MT</vt:lpstr>
      <vt:lpstr>Univers Condensed</vt:lpstr>
      <vt:lpstr>ChronicleVTI</vt:lpstr>
      <vt:lpstr>SEMINÁRIO</vt:lpstr>
      <vt:lpstr>regras</vt:lpstr>
      <vt:lpstr>Roteiro apresentação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Mônica Gurjão Carvalho</dc:creator>
  <cp:lastModifiedBy>Mônica Gurjão Carvalho</cp:lastModifiedBy>
  <cp:revision>2</cp:revision>
  <dcterms:created xsi:type="dcterms:W3CDTF">2025-03-18T16:08:11Z</dcterms:created>
  <dcterms:modified xsi:type="dcterms:W3CDTF">2025-08-21T16:04:03Z</dcterms:modified>
</cp:coreProperties>
</file>